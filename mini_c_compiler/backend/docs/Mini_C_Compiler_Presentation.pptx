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Mini C Compiler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Compiler Design (3170701)</a:t>
            </a:r>
          </a:p>
          <a:p>
            <a:r>
              <a:t>C. K. Pithawala College of Engineering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build a complete Mini C Compiler from scratch</a:t>
            </a:r>
          </a:p>
          <a:p>
            <a:r>
              <a:t>Implements all core compilation phases</a:t>
            </a:r>
          </a:p>
          <a:p>
            <a:r>
              <a:t>Visualizes data structures (AST, Symbol Table)</a:t>
            </a:r>
          </a:p>
          <a:p>
            <a:r>
              <a:t>Focuses on Intermediate Code (TAC) and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UI</a:t>
            </a:r>
          </a:p>
          <a:p>
            <a:r>
              <a:t>Interactive code editor</a:t>
            </a:r>
          </a:p>
          <a:p>
            <a:r>
              <a:t>Phase visualization tabs</a:t>
            </a:r>
          </a:p>
          <a:p>
            <a:pPr/>
            <a:r>
              <a:t>Backend: Python FastAPI</a:t>
            </a:r>
          </a:p>
          <a:p>
            <a:r>
              <a:t>Hand-written recursive descent parser</a:t>
            </a:r>
          </a:p>
          <a:p>
            <a:r>
              <a:t>Five-pass TAC Optimizer</a:t>
            </a:r>
          </a:p>
          <a:p>
            <a:r>
              <a:t>TAC Virtual Machine for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Performs iterative passes over TAC:</a:t>
            </a:r>
          </a:p>
          <a:p>
            <a:r>
              <a:t>1. Constant Folding</a:t>
            </a:r>
          </a:p>
          <a:p>
            <a:r>
              <a:t>2. Constant Propagation</a:t>
            </a:r>
          </a:p>
          <a:p>
            <a:r>
              <a:t>3. Algebraic Simplification</a:t>
            </a:r>
          </a:p>
          <a:p>
            <a:r>
              <a:t>4. Dead Code Elimination</a:t>
            </a:r>
          </a:p>
          <a:p>
            <a:r>
              <a:t>5. Temp Forwarding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